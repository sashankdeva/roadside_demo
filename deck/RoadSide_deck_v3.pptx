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sound: everyone has heard a new noise from their bike and wondered if it is serious.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pipeline for bikes and cars: each fault is a small trained check on the same on-device sound and vision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Frozen open backbones with tiny trained heads: adding a new fault means training a small head, not a new model. The models can be swapped later without changing the app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415" y="41148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80215" y="41148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4652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76072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4415" y="644652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80215" y="576072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18288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vehicle’s roadside mechanic.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4290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your phone near your vehicle. It listens, looks, and tells you what to do — fully on-device.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|  Hyderabad City Battle</a:t>
            </a:r>
            <a:endParaRPr lang="en-US" sz="1100" dirty="0"/>
          </a:p>
        </p:txBody>
      </p:sp>
      <p:pic>
        <p:nvPicPr>
          <p:cNvPr id="14" name="Image 0" descr="C:\Codes\Projects\Iqoo_hack_prototype\deck\build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291840" cy="3218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noise, and only two bad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riding and hope.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worn part fails on the road, and a small engine problem becomes an expensive one.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 MECHANIC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wait and pay — just to find out.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far away, often for something you could have checked yourself in five minutes.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There’s nothing in between.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can describe the sound. Not the fault.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rattles when I ride”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3288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knocks when I accelerate”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74136"/>
            <a:ext cx="6583680" cy="685800"/>
          </a:xfrm>
          <a:prstGeom prst="roundRect">
            <a:avLst>
              <a:gd name="adj" fmla="val 10667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37413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squeals when I brake”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06640" y="1691640"/>
            <a:ext cx="4206240" cy="2368296"/>
          </a:xfrm>
          <a:prstGeom prst="roundRect">
            <a:avLst>
              <a:gd name="adj" fmla="val 3089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18745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plug?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 pads?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 belt?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&amp; sprocket?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hear this.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knows what it means.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becomes a roadside mechanic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164592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64592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93776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48056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493776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48056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0116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noise. Photograph the part.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listens to the sound, looks at the photo, and tells you in plain words what it found, what it may mean, and what you can do — with a safety note and when to see a mechanic.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internet. No account. Nothing leaves the phone.</a:t>
            </a:r>
            <a:endParaRPr lang="en-US" sz="1500" dirty="0"/>
          </a:p>
        </p:txBody>
      </p:sp>
      <p:pic>
        <p:nvPicPr>
          <p:cNvPr id="14" name="Image 0" descr="C:\Codes\Projects\Iqoo_hack_prototype\deck\build\s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508760"/>
            <a:ext cx="2232059" cy="4572000"/>
          </a:xfrm>
          <a:prstGeom prst="rect">
            <a:avLst/>
          </a:prstGeom>
        </p:spPr>
      </p:pic>
      <p:pic>
        <p:nvPicPr>
          <p:cNvPr id="15" name="Image 1" descr="C:\Codes\Projects\Iqoo_hack_prototype\deck\build\s_list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508760"/>
            <a:ext cx="22320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ROADSIDE CATCHES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+ planned checks, across bikes and cars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Working today</a:t>
            </a:r>
            <a:pPr indent="0" marL="0">
              <a:buNone/>
            </a:pPr>
            <a:r>
              <a:rPr lang="en-US" sz="12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1200" b="1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Planned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5564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rattle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55648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755648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lube the chain, check slack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41280" y="1856232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F2A93B">
              <a:alpha val="1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0" y="185623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31720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3172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Worn sprocket teeth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3172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2331720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slowly on smooth roads, see a mechanic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241280" y="243230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F2A93B">
              <a:alpha val="18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41280" y="243230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907792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07792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squeal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90779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90779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pads, never oil near the brakes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41280" y="3008376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98A0AE">
              <a:alpha val="18000"/>
            </a:srgbClr>
          </a:solidFill>
          <a:ln w="12700">
            <a:solidFill>
              <a:srgbClr val="98A0A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0" y="300837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+ CAR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483864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483864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483864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clicking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483864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3483864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battery terminals, charge the battery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241280" y="3584448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98A0AE">
              <a:alpha val="18000"/>
            </a:srgbClr>
          </a:solidFill>
          <a:ln w="12700">
            <a:solidFill>
              <a:srgbClr val="98A0A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0" y="358444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+ CAR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059936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059936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4059936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knocking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4059936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059936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off, check fuel and engine oil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241280" y="4160520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98A0AE">
              <a:alpha val="18000"/>
            </a:srgbClr>
          </a:solidFill>
          <a:ln w="12700">
            <a:solidFill>
              <a:srgbClr val="98A0A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41280" y="4160520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+ CAR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636008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4636008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463600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Misfire / spark plug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4636008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4636008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or replace the spark plug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241280" y="4736592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98A0AE">
              <a:alpha val="18000"/>
            </a:srgbClr>
          </a:solidFill>
          <a:ln w="12700">
            <a:solidFill>
              <a:srgbClr val="98A0A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41280" y="4736592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+ CAR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212080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5212080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143000" y="5212080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Belt squeal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846320" y="5212080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5394960" y="5212080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belt tension and wear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0241280" y="531266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5BB8D6">
              <a:alpha val="18000"/>
            </a:srgbClr>
          </a:solidFill>
          <a:ln w="12700">
            <a:solidFill>
              <a:srgbClr val="5BB8D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241280" y="531266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5788152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7240" y="5788152"/>
            <a:ext cx="274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143000" y="5788152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idle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4846320" y="5788152"/>
            <a:ext cx="457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394960" y="5788152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air filter and plugs, then a mechanic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0241280" y="5888736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98A0AE">
              <a:alpha val="18000"/>
            </a:srgbClr>
          </a:solidFill>
          <a:ln w="12700">
            <a:solidFill>
              <a:srgbClr val="98A0A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241280" y="588873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+ CAR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stages, all on the phone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5BB8D6"/>
          </a:solidFill>
          <a:ln w="12700">
            <a:solidFill>
              <a:srgbClr val="5BB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sound model picks out the fault in a short recording — a rattle, a knock, a squeal or a misfire.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vision model checks the photo for visible problems — a dirty chain, worn teeth, a corroded terminal.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965960"/>
            <a:ext cx="384048" cy="384048"/>
          </a:xfrm>
          <a:prstGeom prst="ellipse">
            <a:avLst/>
          </a:prstGeom>
          <a:solidFill>
            <a:srgbClr val="5BB8D6"/>
          </a:solidFill>
          <a:ln w="12700">
            <a:solidFill>
              <a:srgbClr val="5BB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60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063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combines sound and sight into one assessment, a plain-language solution and Ask RoadSide.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microphone and camera decide. What the rider types never changes the result.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photo to plain advice</a:t>
            </a:r>
            <a:endParaRPr lang="en-US" sz="3000" dirty="0"/>
          </a:p>
        </p:txBody>
      </p:sp>
      <p:pic>
        <p:nvPicPr>
          <p:cNvPr id="4" name="Image 0" descr="C:\Codes\Projects\Iqoo_hack_prototype\deck\build\s_insp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1964212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897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detected, sprocket teeth look worn</a:t>
            </a:r>
            <a:endParaRPr lang="en-US" sz="1200" dirty="0"/>
          </a:p>
        </p:txBody>
      </p:sp>
      <p:pic>
        <p:nvPicPr>
          <p:cNvPr id="7" name="Image 1" descr="C:\Codes\Projects\Iqoo_hack_prototype\deck\build\s_ass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463040"/>
            <a:ext cx="1964212" cy="4023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2044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520440" y="5897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saw, kept apart from what it concludes</a:t>
            </a:r>
            <a:endParaRPr lang="en-US" sz="1200" dirty="0"/>
          </a:p>
        </p:txBody>
      </p:sp>
      <p:pic>
        <p:nvPicPr>
          <p:cNvPr id="10" name="Image 2" descr="C:\Codes\Projects\Iqoo_hack_prototype\deck\build\s_solu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63040"/>
            <a:ext cx="1964212" cy="4023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5508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355080" y="5897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Meaning, actions, tools and safety</a:t>
            </a:r>
            <a:endParaRPr lang="en-US" sz="1200" dirty="0"/>
          </a:p>
        </p:txBody>
      </p:sp>
      <p:pic>
        <p:nvPicPr>
          <p:cNvPr id="13" name="Image 3" descr="C:\Codes\Projects\Iqoo_hack_prototype\deck\build\s_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463040"/>
            <a:ext cx="1964212" cy="40233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89720" y="5577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RoadSide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9189720" y="5897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it safe to ride?” answered in context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we’ve already built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the first check end to end — chain and drivetrain — to prove the whole pipeline runs on a phone.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2402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— an open, on-device sound model — with our trained drivetrain-noise head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10896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 — an open, on-device image model — with our trained head for the chain, visible dirt and possible sprocket wear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977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9776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that fuses sound and sight into a plain-language solution, plus Ask RoadSide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181D25"/>
          </a:solidFill>
          <a:ln w="12700">
            <a:solidFill>
              <a:srgbClr val="181D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48463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Kotlin · Jetpack Compose · CameraX · LiteRT — fully offline, no internet permission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06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hackathon, the same pipeline grows to engine, brake and car checks — one small trained head per fault.</a:t>
            </a:r>
            <a:endParaRPr lang="en-US" sz="1400" dirty="0"/>
          </a:p>
        </p:txBody>
      </p:sp>
      <p:pic>
        <p:nvPicPr>
          <p:cNvPr id="18" name="Image 0" descr="C:\Codes\Projects\Iqoo_hack_prototype\deck\build\s_ass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417320"/>
            <a:ext cx="2365982" cy="4846320"/>
          </a:xfrm>
          <a:prstGeom prst="rect">
            <a:avLst/>
          </a:prstGeom>
        </p:spPr>
      </p:pic>
      <p:pic>
        <p:nvPicPr>
          <p:cNvPr id="19" name="Image 1" descr="C:\Codes\Projects\Iqoo_hack_prototype\deck\build\s_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874520"/>
            <a:ext cx="191957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ON-DEVICE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where breakdowns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58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upload, no server queue. The answer appears right after you record.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58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and photos never leave the phone.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84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mode, no signal, no data pack — still works.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run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584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 cost, nothing to host.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sound and vision models run on the phone itself, with no internet permission at all.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the phone, in airplane mode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60020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60020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80644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534924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5806440"/>
            <a:ext cx="4572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5349240"/>
            <a:ext cx="0" cy="4572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965960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1965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noise from the vehicle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679192"/>
            <a:ext cx="384048" cy="384048"/>
          </a:xfrm>
          <a:prstGeom prst="ellipse">
            <a:avLst/>
          </a:prstGeom>
          <a:solidFill>
            <a:srgbClr val="5BB8D6"/>
          </a:solidFill>
          <a:ln w="12700">
            <a:solidFill>
              <a:srgbClr val="5BB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26791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part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3392424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39242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shows what it heard and saw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4105656"/>
            <a:ext cx="384048" cy="384048"/>
          </a:xfrm>
          <a:prstGeom prst="ellipse">
            <a:avLst/>
          </a:prstGeom>
          <a:solidFill>
            <a:srgbClr val="5BB8D6"/>
          </a:solidFill>
          <a:ln w="12700">
            <a:solidFill>
              <a:srgbClr val="5BB8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1056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and what to do next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4818888"/>
            <a:ext cx="384048" cy="38404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8188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asks “Is it safe to ride?”</a:t>
            </a:r>
            <a:endParaRPr lang="en-US" sz="1600" dirty="0"/>
          </a:p>
        </p:txBody>
      </p:sp>
      <p:pic>
        <p:nvPicPr>
          <p:cNvPr id="27" name="Image 0" descr="C:\Codes\Projects\Iqoo_hack_prototype\deck\build\s_insp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63040"/>
            <a:ext cx="2232059" cy="4572000"/>
          </a:xfrm>
          <a:prstGeom prst="rect">
            <a:avLst/>
          </a:prstGeom>
        </p:spPr>
      </p:pic>
      <p:pic>
        <p:nvPicPr>
          <p:cNvPr id="28" name="Image 1" descr="C:\Codes\Projects\Iqoo_hack_prototype\deck\build\s_solutio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1463040"/>
            <a:ext cx="22320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we’re claiming, and what we’re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check, not a mechanic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84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tells you what to look at and when to get help. It does not replace an inspection.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432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means unsure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72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sound or photo isn’t clear, it says so and asks for a retake instead of guessing.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2102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307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measurements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059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frequencies, millimetres or percentages — only what it actually observed.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the first thing a rider opens, and honest about when to see a mechanic.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and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Kotlin, Jetpack Compose, CameraX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on-device sound model with a small trained head per fault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on-device vision model for visible wear and damage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rules engine and Ask RoadSide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permission, no cloud services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F2530"/>
          </a:solidFill>
          <a:ln w="12700">
            <a:solidFill>
              <a:srgbClr val="1F25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688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Sri Sashank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N B Prasad Reddy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3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Atchut Kumar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4415" y="41148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80215" y="41148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644652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576072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94415" y="6446520"/>
            <a:ext cx="68580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80215" y="5760720"/>
            <a:ext cx="0" cy="68580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103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noise means guesswork.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8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mechanic means a trip.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520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RoadSide tells you right there.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 |  iQOO Hackathon 2026  |  Hyderabad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RoadSide</dc:title>
  <dc:subject>PptxGenJS Presentation</dc:subject>
  <dc:creator>PptxGenJS</dc:creator>
  <cp:lastModifiedBy>PptxGenJS</cp:lastModifiedBy>
  <cp:revision>1</cp:revision>
  <dcterms:created xsi:type="dcterms:W3CDTF">2026-09-22T17:07:54Z</dcterms:created>
  <dcterms:modified xsi:type="dcterms:W3CDTF">2026-09-22T17:07:54Z</dcterms:modified>
</cp:coreProperties>
</file>