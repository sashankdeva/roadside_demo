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RoadSide: an on-device roadside check. Sound plus sight, plain-language help, no internet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sounds are unsearchable, faults happen without signal, and finding out costs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Home, then Describe, Listen, Inspect, Assessment, Solution. Screens are real captures from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Frozen open backbones (YAMNet, MobileNetV3) plus tiny trained heads. Rules fuse the evidence; typed text never changes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Worn sprocket example: RoadSide suggests riding slowly on smooth roads until it is checked, and points to a mechanic.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rules is checked automatically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Offline, private, quick and plain-spoken: the four things a rider stuck at the roadside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Two-wheeler checks work today; cars are next on the same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s\Projects\Iqoo_hack_prototype\deck\bui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3017520" cy="29504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11480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your phone near your bike. It listens to the noise, looks at the chain, and tells you what may be wrong and what to do.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114800" y="3246120"/>
            <a:ext cx="1367028" cy="329184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3246120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18988" y="3246120"/>
            <a:ext cx="1211580" cy="329184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18988" y="3246120"/>
            <a:ext cx="121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67728" y="3246120"/>
            <a:ext cx="1522476" cy="329184"/>
          </a:xfrm>
          <a:prstGeom prst="roundRect">
            <a:avLst>
              <a:gd name="adj" fmla="val 50000"/>
            </a:avLst>
          </a:prstGeom>
          <a:solidFill>
            <a:srgbClr val="FFB787">
              <a:alpha val="15000"/>
            </a:srgbClr>
          </a:solidFill>
          <a:ln w="12700">
            <a:solidFill>
              <a:srgbClr val="FFB787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67728" y="3246120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· Open Innovation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noise, and no way to know what it means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rider knows the moment: a rattle, click or squeal appears out of nowhere.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017520"/>
          </a:xfrm>
          <a:prstGeom prst="roundRect">
            <a:avLst>
              <a:gd name="adj" fmla="val 6316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9248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search a sound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dirty chain, worn sprocket teeth, or nothing at all? Typing "weird rattle" into a search box does not help.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64408" y="1508760"/>
            <a:ext cx="2606040" cy="3017520"/>
          </a:xfrm>
          <a:prstGeom prst="roundRect">
            <a:avLst>
              <a:gd name="adj" fmla="val 6316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78308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9248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Breakdowns happen off-grid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31546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shows up on the highway or a village road — exactly where there is no signal for online help.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71616" y="1508760"/>
            <a:ext cx="2606040" cy="3017520"/>
          </a:xfrm>
          <a:prstGeom prst="roundRect">
            <a:avLst>
              <a:gd name="adj" fmla="val 6316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45936" y="178308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192481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45936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just to find out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315468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is ignoring it and risking a snapped chain, or a mechanic visit for work the bike may not need.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becomes a roadside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about a minute, nothing leaves the phone.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Listen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noise for a few seconds while it happens.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87168"/>
            <a:ext cx="640080" cy="64008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471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Inspect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25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close photo of the chain and sprocket.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511296"/>
            <a:ext cx="640080" cy="64008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7131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11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Get help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8496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RoadSide found, what it may mean, what to do — and a safety note.</a:t>
            </a:r>
            <a:endParaRPr lang="en-US" sz="1300" dirty="0"/>
          </a:p>
        </p:txBody>
      </p:sp>
      <p:pic>
        <p:nvPicPr>
          <p:cNvPr id="16" name="Image 3" descr="C:\Codes\Projects\Iqoo_hack_prototype\deck\build\s_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25880"/>
            <a:ext cx="1718685" cy="3520440"/>
          </a:xfrm>
          <a:prstGeom prst="rect">
            <a:avLst/>
          </a:prstGeom>
        </p:spPr>
      </p:pic>
      <p:pic>
        <p:nvPicPr>
          <p:cNvPr id="17" name="Image 4" descr="C:\Codes\Projects\Iqoo_hack_prototype\deck\build\s_list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325880"/>
            <a:ext cx="1718685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two senses, one plain answer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pretrained models with small trained heads, all running on the handset.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00200" cy="868680"/>
          </a:xfrm>
          <a:prstGeom prst="roundRect">
            <a:avLst>
              <a:gd name="adj" fmla="val 18947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02920" cy="50292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645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783080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68880" y="1463040"/>
            <a:ext cx="2377440" cy="868680"/>
          </a:xfrm>
          <a:prstGeom prst="roundRect">
            <a:avLst>
              <a:gd name="adj" fmla="val 18947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606040" y="15361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everyday-sound model + a trained drivetrain-sound head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83080"/>
            <a:ext cx="228600" cy="228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257800" y="1463040"/>
            <a:ext cx="1600200" cy="868680"/>
          </a:xfrm>
          <a:prstGeom prst="roundRect">
            <a:avLst>
              <a:gd name="adj" fmla="val 18947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376672" y="15361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Chain-like rattling?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2560320"/>
            <a:ext cx="1600200" cy="868680"/>
          </a:xfrm>
          <a:prstGeom prst="roundRect">
            <a:avLst>
              <a:gd name="adj" fmla="val 18947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6928" y="2743200"/>
            <a:ext cx="502920" cy="50292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" y="286893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15568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2880360"/>
            <a:ext cx="228600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468880" y="2560320"/>
            <a:ext cx="2377440" cy="868680"/>
          </a:xfrm>
          <a:prstGeom prst="roundRect">
            <a:avLst>
              <a:gd name="adj" fmla="val 18947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2606040" y="26334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+ condition head: dirt, dryness, worn teeth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80360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257800" y="2560320"/>
            <a:ext cx="1600200" cy="868680"/>
          </a:xfrm>
          <a:prstGeom prst="roundRect">
            <a:avLst>
              <a:gd name="adj" fmla="val 18947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376672" y="2633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photo shows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7132320" y="1463040"/>
            <a:ext cx="1554480" cy="1965960"/>
          </a:xfrm>
          <a:prstGeom prst="roundRect">
            <a:avLst>
              <a:gd name="adj" fmla="val 10588"/>
            </a:avLst>
          </a:prstGeom>
          <a:solidFill>
            <a:srgbClr val="E57A24"/>
          </a:solidFill>
          <a:ln w="12700">
            <a:solidFill>
              <a:srgbClr val="E57A24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223760" y="155448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sound + sight into one assessment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57200" y="3749040"/>
            <a:ext cx="2606040" cy="548640"/>
          </a:xfrm>
          <a:prstGeom prst="roundRect">
            <a:avLst>
              <a:gd name="adj" fmla="val 30000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57200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264408" y="3749040"/>
            <a:ext cx="2606040" cy="548640"/>
          </a:xfrm>
          <a:prstGeom prst="roundRect">
            <a:avLst>
              <a:gd name="adj" fmla="val 30000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264408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071616" y="3749040"/>
            <a:ext cx="2606040" cy="548640"/>
          </a:xfrm>
          <a:prstGeom prst="roundRect">
            <a:avLst>
              <a:gd name="adj" fmla="val 30000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071616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RoadSide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 · works in airplane mode · nothing leaves the phone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photo to plain advice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 from the working app.</a:t>
            </a:r>
            <a:endParaRPr lang="en-US" sz="1400" dirty="0"/>
          </a:p>
        </p:txBody>
      </p:sp>
      <p:pic>
        <p:nvPicPr>
          <p:cNvPr id="4" name="Image 0" descr="C:\Codes\Projects\Iqoo_hack_prototype\deck\build\s_insp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80160"/>
            <a:ext cx="138387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462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detected; sprocket teeth look worn</a:t>
            </a:r>
            <a:endParaRPr lang="en-US" sz="1100" dirty="0"/>
          </a:p>
        </p:txBody>
      </p:sp>
      <p:pic>
        <p:nvPicPr>
          <p:cNvPr id="7" name="Image 1" descr="C:\Codes\Projects\Iqoo_hack_prototype\deck\build\s_ass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280160"/>
            <a:ext cx="1383876" cy="2834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0604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606040" y="4462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kept separate from the conclusion</a:t>
            </a:r>
            <a:endParaRPr lang="en-US" sz="1100" dirty="0"/>
          </a:p>
        </p:txBody>
      </p:sp>
      <p:pic>
        <p:nvPicPr>
          <p:cNvPr id="10" name="Image 2" descr="C:\Codes\Projects\Iqoo_hack_prototype\deck\build\s_sol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280160"/>
            <a:ext cx="1383876" cy="2834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0916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709160" y="4462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may mean, actions, tools, safety</a:t>
            </a:r>
            <a:endParaRPr lang="en-US" sz="1100" dirty="0"/>
          </a:p>
        </p:txBody>
      </p:sp>
      <p:pic>
        <p:nvPicPr>
          <p:cNvPr id="13" name="Image 3" descr="C:\Codes\Projects\Iqoo_hack_prototype\deck\build\s_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80160"/>
            <a:ext cx="1383876" cy="2834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1228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RoadSide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812280" y="4462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to ride?" answered in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"your chain is fine" is worse than "not sure". RoadSide is built to say 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73352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≠ conclusions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39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camera saw and what RoadSide concludes are shown separately.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73352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1051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645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clear enough" beats a guess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039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photos and sounds return an honest unknown, with a tip to retake.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73552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07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numbers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6393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Hz, millimetres, torque or percentages anywhere a rider reads.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73552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107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words never change the result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6393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microphone and camera decide; typed text is context for you.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roadside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places where help is hardest to find.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8571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signal, no problem. Every check runs in airplane mode.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920240" cy="3017520"/>
          </a:xfrm>
          <a:prstGeom prst="roundRect">
            <a:avLst>
              <a:gd name="adj" fmla="val 8571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88920" y="169164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652" y="18333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and photos never leave the phone. The app has no internet access at all.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920240" cy="3017520"/>
          </a:xfrm>
          <a:prstGeom prst="roundRect">
            <a:avLst>
              <a:gd name="adj" fmla="val 8571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169164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772" y="183337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moments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right after you record or take the photo, with smooth, responsive screens.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920240" cy="3017520"/>
          </a:xfrm>
          <a:prstGeom prst="roundRect">
            <a:avLst>
              <a:gd name="adj" fmla="val 8571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95160" y="1691640"/>
            <a:ext cx="566928" cy="566928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892" y="183337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plainly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jargon: what was found, what it may mean, what to do, and when to see a mechanic.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two-wheelers to cars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on-device pipeline; every new fault is a new small trained head.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1E2023"/>
          </a:solidFill>
          <a:ln w="12700">
            <a:solidFill>
              <a:srgbClr val="1E20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72768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099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RoadSide checks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sprocket condition from a photo: dirt, dryness, worn teeth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 rattling from sound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brake squeal and starter or battery clicking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solution and Ask RoadSide, fully offline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1A1C1F"/>
          </a:solidFill>
          <a:ln w="12700">
            <a:solidFill>
              <a:srgbClr val="1A1C1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572768"/>
            <a:ext cx="548640" cy="548640"/>
          </a:xfrm>
          <a:prstGeom prst="ellipse">
            <a:avLst/>
          </a:prstGeom>
          <a:solidFill>
            <a:srgbClr val="E57A24">
              <a:alpha val="18000"/>
            </a:srgbClr>
          </a:solidFill>
          <a:ln w="12700">
            <a:solidFill>
              <a:srgbClr val="E57A24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402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Cars: engine knock, belt squeal, brake wear, battery and starter faults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Scooters and more motorcycles, tyres and brakes by photo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Car-specific sound and photo checks trained on labelled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language model for richer Ask RoadSide answers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s\Projects\Iqoo_hack_prototype\deck\bui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502920"/>
            <a:ext cx="2651760" cy="25928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E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smarter.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roadside check that listens, looks and explains — on the phone you already carry.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RoadSide</dc:title>
  <dc:subject>PptxGenJS Presentation</dc:subject>
  <dc:creator>PptxGenJS</dc:creator>
  <cp:lastModifiedBy>PptxGenJS</cp:lastModifiedBy>
  <cp:revision>1</cp:revision>
  <dcterms:created xsi:type="dcterms:W3CDTF">2026-09-22T16:33:47Z</dcterms:created>
  <dcterms:modified xsi:type="dcterms:W3CDTF">2026-09-22T16:33:47Z</dcterms:modified>
</cp:coreProperties>
</file>