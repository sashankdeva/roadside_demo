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RoadSide listens to a motorcycle and looks at it, then tells the rider what is likely wrong. Everything runs on the phone with no internet.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rider already has the signal. What they lack is interpretation, and connectivity exactly where they need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taps. Everything happens on the handset.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deliberately do not fine-tune the backbones. Small heads on frozen features is what makes this trainable from a hundred examples and cheap to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Build, install, launch, test, collect logs, crash-check and airplane-mode pass, all from one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engineering argument. We tested a rust heuristic, measured that it failed, and removed it rather than shipping a plausible-looking threshold.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 figure is the cross-validated one. Refitting on all the data scores 100 percent and means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Offline is not a constraint we worked around. It is the reason the product is useful at the roadside.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are not blocked on engineering. We are blocked on labelled fault recordings, which is a partnership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Happy to demo the device verification run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417320"/>
            <a:ext cx="274320" cy="27432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1417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9848" y="1417320"/>
            <a:ext cx="274320" cy="274320"/>
          </a:xfrm>
          <a:prstGeom prst="ellipse">
            <a:avLst/>
          </a:prstGeom>
          <a:solidFill>
            <a:srgbClr val="C2780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69848" y="1417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453896" y="1417320"/>
            <a:ext cx="274320" cy="274320"/>
          </a:xfrm>
          <a:prstGeom prst="ellipse">
            <a:avLst/>
          </a:prstGeom>
          <a:solidFill>
            <a:srgbClr val="3F465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53896" y="1417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2024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RoadSide</a:t>
            </a:r>
            <a:endParaRPr lang="en-US" sz="7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2918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motorcycle tells you when something is wrong.</a:t>
            </a:r>
            <a:endParaRPr lang="en-US" sz="19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RoadSide is the app that actually listens.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5720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Offline, on-device audio + vision diagnostics for two-wheelers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Living  ·  iQOO Hackathon  ·  Built and verified on OnePlus 13R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78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strange noise, 40 km from the nearest mechanic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1892808"/>
            <a:ext cx="402336" cy="402336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892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307592" y="1874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hear it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307592" y="2258568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 notice a new rattle, squeal or click long before a breakdown. They just cannot name it.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3264408"/>
            <a:ext cx="402336" cy="402336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3264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07592" y="3246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search it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307592" y="3630168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Describing a sound in a search box does not work, and highway coverage in India is patchy at best.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4636008"/>
            <a:ext cx="402336" cy="402336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4636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07592" y="4617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risk it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307592" y="5001768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a dry chain and it snaps. Over-service it and you pay for work the bike never needed.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452360" y="1783080"/>
            <a:ext cx="4023360" cy="3657600"/>
          </a:xfrm>
          <a:prstGeom prst="roundRect">
            <a:avLst>
              <a:gd name="adj" fmla="val 2000"/>
            </a:avLst>
          </a:prstGeom>
          <a:solidFill>
            <a:srgbClr val="16181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26680" y="18745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00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269748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 is a ticking sound when I pull away. Is it the chain, the engine, or nothing at all?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44805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AA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the only answer is to ride to a mechanic and hope.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78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Record. Point the camera. Get plain-language evidence.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429000" cy="3108960"/>
          </a:xfrm>
          <a:prstGeom prst="roundRect">
            <a:avLst>
              <a:gd name="adj" fmla="val 2353"/>
            </a:avLst>
          </a:prstGeom>
          <a:solidFill>
            <a:srgbClr val="F4F5F7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148840"/>
            <a:ext cx="457200" cy="45720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7889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Listen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24612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phone near the bike for five seconds. RoadSide records at 16 kHz and classifies what it hears.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98848" y="1828800"/>
            <a:ext cx="3429000" cy="3108960"/>
          </a:xfrm>
          <a:prstGeom prst="roundRect">
            <a:avLst>
              <a:gd name="adj" fmla="val 2353"/>
            </a:avLst>
          </a:prstGeom>
          <a:solidFill>
            <a:srgbClr val="F4F5F7"/>
          </a:solidFill>
          <a:ln/>
        </p:spPr>
      </p:sp>
      <p:sp>
        <p:nvSpPr>
          <p:cNvPr id="10" name="Shape 8"/>
          <p:cNvSpPr/>
          <p:nvPr/>
        </p:nvSpPr>
        <p:spPr>
          <a:xfrm>
            <a:off x="4818888" y="2148840"/>
            <a:ext cx="457200" cy="45720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18888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18888" y="27889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818888" y="324612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the camera at the chain. RoadSide locates the drivetrain in the frame and reports what it can see.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311896" y="1828800"/>
            <a:ext cx="3429000" cy="3108960"/>
          </a:xfrm>
          <a:prstGeom prst="roundRect">
            <a:avLst>
              <a:gd name="adj" fmla="val 2353"/>
            </a:avLst>
          </a:prstGeom>
          <a:solidFill>
            <a:srgbClr val="F4F5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631936" y="2148840"/>
            <a:ext cx="457200" cy="45720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31936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631936" y="27889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631936" y="324612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and sight are fused into one advisory, with the likely cause, the tools needed and a safety note.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52578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78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account. No upload. No signal required — the app has no internet permission at all.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pretrained backbones, two tiny heads, one rules engine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103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45920" y="1783080"/>
            <a:ext cx="2286000" cy="1051560"/>
          </a:xfrm>
          <a:prstGeom prst="roundRect">
            <a:avLst>
              <a:gd name="adj" fmla="val 6087"/>
            </a:avLst>
          </a:prstGeom>
          <a:solidFill>
            <a:srgbClr val="2327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810512" y="1965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810512" y="23134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kHz mono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950208" y="210312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34256" y="1783080"/>
            <a:ext cx="2286000" cy="1051560"/>
          </a:xfrm>
          <a:prstGeom prst="roundRect">
            <a:avLst>
              <a:gd name="adj" fmla="val 6087"/>
            </a:avLst>
          </a:prstGeom>
          <a:solidFill>
            <a:srgbClr val="23273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498848" y="1965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YAMNet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498848" y="23134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521 sound classes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638544" y="210312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022592" y="1783080"/>
            <a:ext cx="2286000" cy="1051560"/>
          </a:xfrm>
          <a:prstGeom prst="roundRect">
            <a:avLst>
              <a:gd name="adj" fmla="val 6087"/>
            </a:avLst>
          </a:prstGeom>
          <a:solidFill>
            <a:srgbClr val="23273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87184" y="1965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layer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187184" y="23134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max-per-group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63016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FB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645920" y="3310128"/>
            <a:ext cx="2286000" cy="1051560"/>
          </a:xfrm>
          <a:prstGeom prst="roundRect">
            <a:avLst>
              <a:gd name="adj" fmla="val 6087"/>
            </a:avLst>
          </a:prstGeom>
          <a:solidFill>
            <a:srgbClr val="23273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810512" y="349300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810512" y="3840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 centre crop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950208" y="363016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FB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334256" y="3310128"/>
            <a:ext cx="2286000" cy="1051560"/>
          </a:xfrm>
          <a:prstGeom prst="roundRect">
            <a:avLst>
              <a:gd name="adj" fmla="val 6087"/>
            </a:avLst>
          </a:prstGeom>
          <a:solidFill>
            <a:srgbClr val="23273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498848" y="349300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498848" y="3840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1280-d features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638544" y="363016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FB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022592" y="3310128"/>
            <a:ext cx="2286000" cy="1051560"/>
          </a:xfrm>
          <a:prstGeom prst="roundRect">
            <a:avLst>
              <a:gd name="adj" fmla="val 6087"/>
            </a:avLst>
          </a:prstGeom>
          <a:solidFill>
            <a:srgbClr val="23273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87184" y="349300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head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187184" y="3840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692640" y="1783080"/>
            <a:ext cx="1783080" cy="2578608"/>
          </a:xfrm>
          <a:prstGeom prst="roundRect">
            <a:avLst>
              <a:gd name="adj" fmla="val 3590"/>
            </a:avLst>
          </a:prstGeom>
          <a:solidFill>
            <a:srgbClr val="F5A52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829800" y="256032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Diagnosis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685800" y="48920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AE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backbones are frozen and pretrained. We train only the small heads, so the whole model set is 35 MB and fits in an APK.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78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MOCKUP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on a real OnePlus 13R, not estimated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8288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C278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ms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560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model cold start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8288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C278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ms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2560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Per-window inference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080760" y="18288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C278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 ms</a:t>
            </a:r>
            <a:endParaRPr lang="en-US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6080760" y="2560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5-second clip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778240" y="18288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C278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ms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8778240" y="2560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image, vision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337560"/>
            <a:ext cx="10789920" cy="2057400"/>
          </a:xfrm>
          <a:prstGeom prst="roundRect">
            <a:avLst>
              <a:gd name="adj" fmla="val 3556"/>
            </a:avLst>
          </a:prstGeom>
          <a:solidFill>
            <a:srgbClr val="F4F5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36118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/ 14 instrumented tests pass on device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406908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load, inference, preprocessing, evidence rules, fusion logic and crash checks — run headlessly over ADB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Airplane-mode pass: audio and vision both verified with every radio off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crashes, zero ANRs, 16 KB page-size compliant for future Android kernels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549640" y="37033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278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command</a:t>
            </a:r>
            <a:endParaRPr lang="en-US" sz="1600" dirty="0"/>
          </a:p>
          <a:p>
            <a:pPr algn="r" indent="0" marL="0">
              <a:buNone/>
            </a:pPr>
            <a:r>
              <a:rPr lang="en-US" sz="1600" b="1" dirty="0">
                <a:solidFill>
                  <a:srgbClr val="C278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reproduces it all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549640" y="4572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618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verify.ps1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DIFFERENT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reports evidence, and says “I don’t know”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demo AI guesses confidently. A wrong confident answer about a brake is worse than no answer.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240280"/>
            <a:ext cx="5257800" cy="3017520"/>
          </a:xfrm>
          <a:prstGeom prst="roundRect">
            <a:avLst>
              <a:gd name="adj" fmla="val 2424"/>
            </a:avLst>
          </a:prstGeom>
          <a:solidFill>
            <a:srgbClr val="232730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2514600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5146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44168" y="24505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refused to ship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033272" y="2926080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4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rust detector keyed on brown backgrounds — we measured it and clean chains on wooden benches scored higher than rusty ones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4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chain-condition class trained on 3 images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4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claim that a passing motorcycle is a healthy one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240280"/>
            <a:ext cx="5257800" cy="3017520"/>
          </a:xfrm>
          <a:prstGeom prst="roundRect">
            <a:avLst>
              <a:gd name="adj" fmla="val 2424"/>
            </a:avLst>
          </a:prstGeom>
          <a:solidFill>
            <a:srgbClr val="232730"/>
          </a:solidFill>
          <a:ln/>
        </p:spPr>
      </p:sp>
      <p:sp>
        <p:nvSpPr>
          <p:cNvPr id="11" name="Shape 9"/>
          <p:cNvSpPr/>
          <p:nvPr/>
        </p:nvSpPr>
        <p:spPr>
          <a:xfrm>
            <a:off x="6537960" y="2514600"/>
            <a:ext cx="201168" cy="201168"/>
          </a:xfrm>
          <a:prstGeom prst="ellipse">
            <a:avLst/>
          </a:prstGeom>
          <a:solidFill>
            <a:srgbClr val="2F9E6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25146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876288" y="24505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shipped instead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565392" y="2926080"/>
            <a:ext cx="4617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4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acoustic evidence from mechanical verdict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4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whenever confidence or margin is too low</a:t>
            </a:r>
            <a:endParaRPr lang="en-US" sz="1300" dirty="0"/>
          </a:p>
          <a:p>
            <a:pPr marL="342900" indent="-342900">
              <a:lnSpc>
                <a:spcPts val="19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4C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threshold documented as provisional until real data arrives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5486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98 real traffic recordings, zero motorcycles were falsely flagged as chain or brake faults.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78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against public datasets, not our own recordings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F4F5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33272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 · IDMT-Traffic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33272" y="24231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clips pulled from a 9.7 GB Fraunhofer dataset, plus 8 openly licensed close-mic recordings: 58 motorcycles, 20 background, 20 other vehicles.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F4F5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65392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· Wikimedia Commons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565392" y="24231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openly licensed chain and non-chain photographs, each labelled by eye rather than trusting the category name.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0690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2F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58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800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motorcycles wrongly flagged as a chain fault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40690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2F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20</a:t>
            </a:r>
            <a:endParaRPr lang="en-US" sz="42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4800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clips flagged as mechanical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909560" y="406908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C2780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76.5 %</a:t>
            </a:r>
            <a:endParaRPr lang="en-US" sz="4200" dirty="0"/>
          </a:p>
        </p:txBody>
      </p:sp>
      <p:sp>
        <p:nvSpPr>
          <p:cNvPr id="15" name="Text 13"/>
          <p:cNvSpPr txBox="1"/>
          <p:nvPr/>
        </p:nvSpPr>
        <p:spPr>
          <a:xfrm>
            <a:off x="7909560" y="4800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detection, cross-validated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 means every prediction came from a fold that never saw that image. We report that number, not the flattering one.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78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ON-DEVICE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breakdown happens where the signal isn’t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384048" cy="384048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52728" y="183794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 with no network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52728" y="22402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declares no internet permission at all — it is structurally incapable of phoning home. Verified in airplane mode.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1874520"/>
            <a:ext cx="384048" cy="384048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1792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784848" y="183794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Costs nothing to run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784848" y="22402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inference bills, no API keys, no per-user cost. A 35 MB model set runs on the handset the rider already owns.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" y="4023360"/>
            <a:ext cx="384048" cy="384048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52728" y="398678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by construction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52728" y="43891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audio and vehicle photos are processed locally and are not uploaded by the app.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17920" y="4023360"/>
            <a:ext cx="384048" cy="384048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784848" y="398678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784848" y="43891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ms for a five-second clip. The answer is there before the rider has put the phone down.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5943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C278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RoadSide works with the radios off, which is exactly where a breakdown happens.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5603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78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 is built. It is waiting on labelled data.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789920" cy="1207008"/>
          </a:xfrm>
          <a:prstGeom prst="roundRect">
            <a:avLst>
              <a:gd name="adj" fmla="val 6061"/>
            </a:avLst>
          </a:prstGeom>
          <a:solidFill>
            <a:srgbClr val="FDF3D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33272" y="20574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148840" y="198424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prototype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257800" y="19659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evidence, chain detection and fusion running offline on device, with 1024-d YAMNet embeddings already extracted and ready.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3118104"/>
            <a:ext cx="10789920" cy="1207008"/>
          </a:xfrm>
          <a:prstGeom prst="roundRect">
            <a:avLst>
              <a:gd name="adj" fmla="val 6061"/>
            </a:avLst>
          </a:prstGeom>
          <a:solidFill>
            <a:srgbClr val="F4F5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33272" y="339242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148840" y="33192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Labelled fault data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257800" y="3300984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service-centre partnership to record chains, brakes and engines in known good and known bad states. No open dataset contains this.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4453128"/>
            <a:ext cx="10789920" cy="1207008"/>
          </a:xfrm>
          <a:prstGeom prst="roundRect">
            <a:avLst>
              <a:gd name="adj" fmla="val 6061"/>
            </a:avLst>
          </a:prstGeom>
          <a:solidFill>
            <a:srgbClr val="F4F5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33272" y="472744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148840" y="465429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Specialist classifier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257800" y="463600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F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head over the embeddings: NORMAL / CHAIN / BRAKE / ENGINE. The extraction pipeline is done; only the labels are missing.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C278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has over 220 million two-wheelers, and almost none of them come with a diagnostic tool.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554480"/>
            <a:ext cx="274320" cy="27432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69848" y="1554480"/>
            <a:ext cx="274320" cy="274320"/>
          </a:xfrm>
          <a:prstGeom prst="ellipse">
            <a:avLst/>
          </a:prstGeom>
          <a:solidFill>
            <a:srgbClr val="C2780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69848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453896" y="1554480"/>
            <a:ext cx="274320" cy="274320"/>
          </a:xfrm>
          <a:prstGeom prst="ellipse">
            <a:avLst/>
          </a:prstGeom>
          <a:solidFill>
            <a:srgbClr val="3F465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53896" y="1554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057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RoadSide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20040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C9C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mechanic's ear, in every rider's pocket — with no signal, no subscription and no guesswork.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85800" y="4434840"/>
            <a:ext cx="2743200" cy="566928"/>
          </a:xfrm>
          <a:prstGeom prst="roundRect">
            <a:avLst>
              <a:gd name="adj" fmla="val 16129"/>
            </a:avLst>
          </a:prstGeom>
          <a:solidFill>
            <a:srgbClr val="23273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44348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11880" y="4434840"/>
            <a:ext cx="2743200" cy="566928"/>
          </a:xfrm>
          <a:prstGeom prst="roundRect">
            <a:avLst>
              <a:gd name="adj" fmla="val 16129"/>
            </a:avLst>
          </a:prstGeom>
          <a:solidFill>
            <a:srgbClr val="23273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11880" y="44348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on device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37960" y="4434840"/>
            <a:ext cx="2743200" cy="566928"/>
          </a:xfrm>
          <a:prstGeom prst="roundRect">
            <a:avLst>
              <a:gd name="adj" fmla="val 16129"/>
            </a:avLst>
          </a:prstGeom>
          <a:solidFill>
            <a:srgbClr val="23273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37960" y="44348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Evidence, not guesses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Living  ·  iQOO Hackathon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RoadSide</dc:title>
  <dc:subject>PptxGenJS Presentation</dc:subject>
  <dc:creator>RoadSide</dc:creator>
  <cp:lastModifiedBy>RoadSide</cp:lastModifiedBy>
  <cp:revision>1</cp:revision>
  <dcterms:created xsi:type="dcterms:W3CDTF">2026-09-22T05:16:22Z</dcterms:created>
  <dcterms:modified xsi:type="dcterms:W3CDTF">2026-09-22T05:16:22Z</dcterms:modified>
</cp:coreProperties>
</file>